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64A1F"/>
                </a:solidFill>
              </a:defRPr>
            </a:pPr>
            <a:r>
              <a:t>Titre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000000"/>
                </a:solidFill>
              </a:defRPr>
            </a:pPr>
            <a:r>
              <a:t>Point 1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Point 2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64A1F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000000"/>
                </a:solidFill>
              </a:defRPr>
            </a:pPr>
            <a:r>
              <a:t>Contexte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Objectifs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Méthodologie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64A1F"/>
                </a:solidFill>
              </a:defRPr>
            </a:pPr>
            <a:r>
              <a:t>Résultats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000000"/>
                </a:solidFill>
              </a:defRPr>
            </a:pPr>
            <a:r>
              <a:t>Résultat 1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Résultat 2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Graphiques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